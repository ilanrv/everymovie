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EveryMovie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53E3E"/>
                </a:solidFill>
                <a:latin typeface="Calibri"/>
              </a:defRPr>
            </a:pPr>
            <a:r>
              <a:t>A Movie Discovery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COMP3011 Web Services and Web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Ilan Ramirez  •  201777925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EveryMovie?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•  Discover movies by genre, country, and rating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•  Search any movie using TMDB's database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•  Browse what's trending right now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•  View full movie details — cast, director, rating, overview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•  Create an account and build personal movie lists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•  Add, rename, delete lists and manage your saved movies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ECDC4"/>
                </a:solidFill>
                <a:latin typeface="Calibri"/>
              </a:defRPr>
            </a:pPr>
            <a:r>
              <a:t>Live at: everymovie.onrender.com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It's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291840" cy="2560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3E3E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39"/>
            <a:ext cx="27432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Python + Django 6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Handles all routing &amp; logic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Built-in auth &amp;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291840" cy="2560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63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DC4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20239"/>
            <a:ext cx="27432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TMDB API for movie info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SQLite for user lists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Only stores what users create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80160"/>
            <a:ext cx="3291840" cy="2560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63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39"/>
            <a:ext cx="27432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Hosted on Render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Gunicorn WSGI server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WhiteNoise for static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Frontend uses vanilla JavaScript with fetch() calls to internal JSON endpoints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API Endpoints &amp; CRUD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2743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3E3E"/>
                </a:solidFill>
                <a:latin typeface="Calibri"/>
              </a:defRPr>
            </a:pPr>
            <a:r>
              <a:t>5 JSON API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/genres/ — genre list with pairs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/discover/ — filter by genre &amp; country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/search/ — search movies by title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/api/trending/ — trending movies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/api/lists/ — user's saved lists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029200" cy="2743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DC4"/>
                </a:solidFill>
                <a:latin typeface="Calibri"/>
              </a:defRPr>
            </a:pPr>
            <a:r>
              <a:t>Full CRUD on Movie Lists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Create — POST /lists/create/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Read — GET /api/lists/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Update — POST /lists/&lt;id&gt;/rename/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Delete — POST /lists/&lt;id&gt;/delete/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Add/remove items from lists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Calibri"/>
              </a:defRPr>
            </a:pPr>
            <a:r>
              <a:t>All endpoints return JSON  •  Proper status codes (200, 400, 401, 404)  •  Documented in API_DOCUMENTATION.pdf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53E3E"/>
                </a:solidFill>
                <a:latin typeface="Calibri"/>
              </a:defRPr>
            </a:pPr>
            <a:r>
              <a:t>everymovie.onrender.com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Genre discovery  •  Search  •  Movie details  •  Trending  •  User lists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Version Control &amp;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3E3E"/>
                </a:solidFill>
                <a:latin typeface="Calibri"/>
              </a:defRPr>
            </a:pPr>
            <a:r>
              <a:t>Git &amp;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Public repo with full commit history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Consistent commits throughout dev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README with setup &amp; overview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github.com/IlanRV/EveryMovie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02920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DC4"/>
                </a:solidFill>
                <a:latin typeface="Calibri"/>
              </a:defRPr>
            </a:pPr>
            <a:r>
              <a:t>8 Automated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Input validation (400 on missing params)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Auth enforcement (401 if not logged in)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End-to-end: signup → login → create list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Graceful handling of TMDB downtime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Challenges &amp; AI Usage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32004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3E3E"/>
                </a:solidFill>
                <a:latin typeface="Calibri"/>
              </a:defRPr>
            </a:pPr>
            <a:r>
              <a:t>Key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First-time deployment on Render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Rating sort showing obscure movies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Genre pair gradients breaking CSS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Each solved through problem-solving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029200" cy="32004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DC4"/>
                </a:solidFill>
                <a:latin typeface="Calibri"/>
              </a:defRPr>
            </a:pPr>
            <a:r>
              <a:t>GitHub Copilot (Claude)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Used for planning &amp; implementation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I was the imagination, AI was the tool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Reviewed &amp; adapted every suggestion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Allowed focus on architecture over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53E3E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GitHub: github.com/IlanRV/EveryMovie</a:t>
            </a:r>
            <a:br/>
            <a:r>
              <a:t>Live: everymovie.onrender.com</a:t>
            </a:r>
            <a:br/>
            <a:r>
              <a:t>Ilan Ramirez  •  201777925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